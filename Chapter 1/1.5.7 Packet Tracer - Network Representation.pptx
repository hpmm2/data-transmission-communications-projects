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4848D-8CE0-4602-92E5-B4235DBD9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581BF3-8571-4B6F-BBAA-B4B9A4595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5714EA-9B76-42C5-B4DA-4CA179D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7C368C-6D3E-4420-8F60-3C9F202C0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43D64F-B4F3-4BCD-BB6A-5A23E88E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5424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B3C1E-1109-4122-9506-0EB0EE9AC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7EE82C-82CB-4021-9667-E5CB6CEA9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7080A7-132E-4D16-8A06-AF868485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54272C-1C51-4063-A5EF-24533DD7D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5A3F4C-1F25-4F2E-B5DB-4E7E1D0BB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8938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18035-7D73-429A-B1BB-A4A1E950E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D84B84-AD72-441C-904F-3C24814CB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08FFE1-BD7A-43BE-B81A-03FA86C9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1E86F5-1378-43F9-97F8-E9AB34AC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0DF534-4C1A-4D25-91FF-97AFB4A2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725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A26CA-CD2F-4CB8-AFD4-404141E00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5A8E4D-9F57-4A29-97F2-C6CCC5D77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E662E5-1852-4FFE-8E7F-AE3B8CF40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C10644-01E2-49BF-A339-D27208BF3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B32B59-0398-4E36-B3DB-DE14C18EE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F9B3A2-7C5C-436F-AA5F-5474D1C9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39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F6FD1B-5BAA-49E9-945B-15251370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5D60FC-5263-4E22-B133-E14FDBFB6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908328-BA3F-43EC-AEA8-F9377201A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7C8F12D-398E-4AF1-B35B-948C4B94A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5DB8B1F-6707-40B4-BA3C-E6594B425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EB41134-ECBA-4988-9455-B87918F0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1ED3D7-1B5B-4207-8AC0-8DF5C6F1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019351D-2664-4E3D-AE49-42C2C177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4041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4EB20-9F6A-4E25-B62E-C4540288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88E9E0-C3EA-49C8-A33F-643CBAD2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04566C-95BE-4309-BD2A-CF95CFE23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0F2C59-E8A6-4F3C-BD34-F7292E34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44125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F5CE5C-E252-4343-8476-1D4E97790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0E89F2A-B698-4EDC-8526-8EB1FF99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96713D-1C8E-40A9-A126-111010F9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1572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CCB69-476F-4909-B55C-6FE0DA41E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78EE1A-3648-4737-B4C8-03CA5AF14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A565751-7FE2-48C7-A587-23382E582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F494D-E806-4B99-B1A3-8B14A9734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585364-9B9B-4519-A1C9-92DDAEC6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BC20F45-6B7B-4B59-9481-5AFF682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6837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2FA6F-7297-48E3-850A-05A9573F4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792C994-7A21-44A4-A22A-048186EA61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197FE73-0E81-4E59-AFFA-7D47DBEBE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702702-FF42-41C6-BEB6-07787337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292A9D-9283-4AC6-A904-C09B56A8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328DBD-9F17-4AC4-8AF7-0B5BE7F8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7541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AD769-154F-4FBC-AECE-0FA3D3C67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0B3980-5A4B-4B06-877D-D6A032C44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58BC57-6FF4-4DAA-8946-E2E0C65F3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C30465-3A57-44E5-8E44-656BF082F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1C661A-D757-4D7B-8597-546001F3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9178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D09818-071E-455D-AAA1-2C4D22456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D2B855-5F00-47C5-8B90-EB69793A6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4043BB-1867-4907-B935-CF85589A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73FFCB-970A-493A-9341-73FEBAD1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9DF2E6-F191-415C-92F3-207D9701B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1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89914F-8A8F-421E-A0EA-30FAF5EDC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30F464-60F6-4979-8EF8-44D94AB65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F3F4F5-6008-413D-B4BB-CAC30EBD99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A9024-65F6-46C0-9EBE-9DD46D86ADE3}" type="datetimeFigureOut">
              <a:rPr lang="es-MX" smtClean="0"/>
              <a:t>28/08/2022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6BC8AF-BCBA-42D7-8ADB-0FC0744C7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B38D88-74E0-4094-BFE4-DB2B1206C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F9F24-3456-44BA-AB94-107A80EE69C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3432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AA0EF93-5B8A-438D-B9D1-097BA7EE861E}"/>
              </a:ext>
            </a:extLst>
          </p:cNvPr>
          <p:cNvSpPr txBox="1"/>
          <p:nvPr/>
        </p:nvSpPr>
        <p:spPr>
          <a:xfrm>
            <a:off x="184559" y="226502"/>
            <a:ext cx="1600118" cy="584775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s-MX" sz="3200" b="1" dirty="0">
                <a:solidFill>
                  <a:srgbClr val="0070C0"/>
                </a:solidFill>
                <a:latin typeface="Century" panose="02040604050505020304" pitchFamily="18" charset="0"/>
              </a:rPr>
              <a:t>Desafío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8DDAE78-8653-4DA7-9524-8EAE54E3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641" y="0"/>
            <a:ext cx="75127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3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</dc:creator>
  <cp:lastModifiedBy>Heidi</cp:lastModifiedBy>
  <cp:revision>3</cp:revision>
  <dcterms:created xsi:type="dcterms:W3CDTF">2022-08-28T19:34:13Z</dcterms:created>
  <dcterms:modified xsi:type="dcterms:W3CDTF">2022-08-28T20:24:47Z</dcterms:modified>
</cp:coreProperties>
</file>