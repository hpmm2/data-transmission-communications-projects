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6225B-D94E-4A1E-9BB3-99B272FB7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DA5067-6166-4036-8B18-C8D3E46E5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101A16-44DE-4BF4-B880-6AA58C62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00861-9EDB-4010-BC75-9693E2E1D022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A15712-68C0-41F6-83CE-D0D78AA86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9E7014-3E80-4ADC-8090-0BB3A07C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42D5B-B971-43F3-97CA-4F2993EB6C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715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5B870-AE13-4D48-BDB7-AF18259B3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E117D8-5FD4-4DCF-9A53-CD20AB210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57966F-760F-4029-848F-9454B848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00861-9EDB-4010-BC75-9693E2E1D022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9FE989-A090-4DC1-B683-4D4CEE3D3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34E50E-7DBC-4232-BC6F-55090D31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42D5B-B971-43F3-97CA-4F2993EB6C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315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5EFCF-51B6-4720-9BFF-093B267E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5F1437-B7B1-4F51-84FB-B20352744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216543-EE91-45EE-995E-8E4165D5C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00861-9EDB-4010-BC75-9693E2E1D022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62C968-A606-4E39-806B-397055415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405D2D-7FC1-41EB-A870-C19A6FAC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42D5B-B971-43F3-97CA-4F2993EB6C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00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873C49-3153-4202-BD47-1AB07DBD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7C7D83-03F5-4969-9A2B-6916207EBE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1FEDB1-17DA-4332-8A51-E22A88987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44EC1C-2510-4841-B6F6-69E03A7A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00861-9EDB-4010-BC75-9693E2E1D022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ADC7B7-E574-4FD5-837D-82FFEFCD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6884F6-1AFC-46AC-9581-3550C4648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42D5B-B971-43F3-97CA-4F2993EB6C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5473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28D55-4B47-4353-B2BC-061F1892D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A6C43B-46AE-49E4-9737-E7B92EB57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509E71-415D-428F-9417-0F4CF8F3A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5B63B2-B0FD-47B8-B8E8-C53E310E5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EE7DA7E-FE38-4AE7-BAB1-3C0F84AFF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E3906A-AAB2-4A8A-A0C7-161286F05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00861-9EDB-4010-BC75-9693E2E1D022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177D274-ACE1-42F6-B037-BDF01A0C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F69E4EE-024A-453D-8252-7C90EF37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42D5B-B971-43F3-97CA-4F2993EB6C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6495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F52E2-8CB3-4D54-BB36-82CD65506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4CAB62F-1909-4448-B4C1-98061143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00861-9EDB-4010-BC75-9693E2E1D022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742746-3C96-4409-9022-3F4E64D1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2B5C1B-37C7-45C6-9A1B-26193BD29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42D5B-B971-43F3-97CA-4F2993EB6C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357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7CC2A4-BF8F-455E-9A64-91EC2A4CF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00861-9EDB-4010-BC75-9693E2E1D022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F9CBE1A-7824-4C9B-B257-469E5B2F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E94F7F-FA58-4246-90FC-0474E2E99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42D5B-B971-43F3-97CA-4F2993EB6C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968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70B36-509C-47A3-B72D-E9F727D5E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8264FC-C108-4E57-A9B5-3D2BAE52D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0F69ED2-60DE-4F73-9DD3-156E8D9F5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B5100A-70A1-41B7-8E02-D1FE7024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00861-9EDB-4010-BC75-9693E2E1D022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9B2F06-9A77-4841-B712-0EDE262C6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43EA42-0343-475A-8D12-B27EA108C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42D5B-B971-43F3-97CA-4F2993EB6C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733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D31F9-93D4-4962-BBD9-754CF9FE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C87932-35EE-4A2E-A624-495099921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7CC7B1-3EE2-41CB-BF09-4F569C104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11BBDB-29BE-4171-98D8-22D6FD090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00861-9EDB-4010-BC75-9693E2E1D022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89846D-1DA2-4241-8778-B6D4D3E7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039081-22C2-47B4-A77B-ED1C4E8F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42D5B-B971-43F3-97CA-4F2993EB6C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7123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F5F06-30D7-4457-AD36-58C24823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23FFE9-26C4-417C-BEF1-D806DF09F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F596C9-1A93-4EB6-AC43-24015728F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00861-9EDB-4010-BC75-9693E2E1D022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403FCF-DD64-4A0C-89A6-9E8595386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ACE04B-B6A6-479E-BCC8-E22A63F13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42D5B-B971-43F3-97CA-4F2993EB6C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3872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3C4A85-B936-4844-80F1-B1A62EF84A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D8633C-DA05-4DDE-A355-82B0D008C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93522A-CD88-4D5D-B60F-2ADAC73AE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00861-9EDB-4010-BC75-9693E2E1D022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FEECC6-CE92-4F59-9FF7-C1F1297D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219C0B-5DDB-401D-BB47-F46D1F88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42D5B-B971-43F3-97CA-4F2993EB6C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127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FD28C46-C132-4DD9-A269-5FC0E9CA7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C8814D-7360-46FB-808F-8084E13F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723BB4-2AC5-42E3-B800-3E9FAC972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00861-9EDB-4010-BC75-9693E2E1D022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CFBE7D-F990-48E4-95B1-D8D35C7CA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A2A775-9950-450D-AF8C-02CCD4A58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42D5B-B971-43F3-97CA-4F2993EB6C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5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131A1F1-A595-4826-B646-89152A098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632"/>
            <a:ext cx="12192000" cy="659473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CE3FE16-F0FA-430E-BE71-D84D2313D78C}"/>
              </a:ext>
            </a:extLst>
          </p:cNvPr>
          <p:cNvSpPr txBox="1"/>
          <p:nvPr/>
        </p:nvSpPr>
        <p:spPr>
          <a:xfrm>
            <a:off x="184559" y="226502"/>
            <a:ext cx="1576072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MX" sz="3200" b="1" dirty="0">
                <a:solidFill>
                  <a:srgbClr val="0070C0"/>
                </a:solidFill>
                <a:latin typeface="Century" panose="02040604050505020304" pitchFamily="18" charset="0"/>
              </a:rPr>
              <a:t>Parte 1</a:t>
            </a:r>
          </a:p>
        </p:txBody>
      </p:sp>
    </p:spTree>
    <p:extLst>
      <p:ext uri="{BB962C8B-B14F-4D97-AF65-F5344CB8AC3E}">
        <p14:creationId xmlns:p14="http://schemas.microsoft.com/office/powerpoint/2010/main" val="818273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4BC5E6C-8222-477F-BD43-8CED5C86B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279"/>
            <a:ext cx="12192000" cy="660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67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80B9978-BA91-437A-84C0-7223554E6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926"/>
            <a:ext cx="12192000" cy="662014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8E3F8-89A6-4105-8417-67A0C6A32628}"/>
              </a:ext>
            </a:extLst>
          </p:cNvPr>
          <p:cNvSpPr txBox="1"/>
          <p:nvPr/>
        </p:nvSpPr>
        <p:spPr>
          <a:xfrm>
            <a:off x="184559" y="226502"/>
            <a:ext cx="1576072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MX" sz="3200" b="1" dirty="0">
                <a:solidFill>
                  <a:srgbClr val="0070C0"/>
                </a:solidFill>
                <a:latin typeface="Century" panose="02040604050505020304" pitchFamily="18" charset="0"/>
              </a:rPr>
              <a:t>Parte 2</a:t>
            </a:r>
          </a:p>
        </p:txBody>
      </p:sp>
    </p:spTree>
    <p:extLst>
      <p:ext uri="{BB962C8B-B14F-4D97-AF65-F5344CB8AC3E}">
        <p14:creationId xmlns:p14="http://schemas.microsoft.com/office/powerpoint/2010/main" val="319650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6443E60-C169-4A4B-950D-A76DB1444C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31"/>
          <a:stretch/>
        </p:blipFill>
        <p:spPr>
          <a:xfrm>
            <a:off x="0" y="127932"/>
            <a:ext cx="12192000" cy="660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323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FB14669-AB21-46C6-A507-DC9463C8E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102"/>
            <a:ext cx="12192000" cy="661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6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650D63B-2EA9-4EBB-9918-F30C2E4A00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87"/>
          <a:stretch/>
        </p:blipFill>
        <p:spPr>
          <a:xfrm>
            <a:off x="0" y="157293"/>
            <a:ext cx="12192000" cy="654341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E592CF1-E619-4DBC-B397-6726863A4E8E}"/>
              </a:ext>
            </a:extLst>
          </p:cNvPr>
          <p:cNvSpPr txBox="1"/>
          <p:nvPr/>
        </p:nvSpPr>
        <p:spPr>
          <a:xfrm>
            <a:off x="184559" y="226502"/>
            <a:ext cx="1576072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MX" sz="3200" b="1" dirty="0">
                <a:solidFill>
                  <a:srgbClr val="0070C0"/>
                </a:solidFill>
                <a:latin typeface="Century" panose="02040604050505020304" pitchFamily="18" charset="0"/>
              </a:rPr>
              <a:t>Parte 3</a:t>
            </a:r>
          </a:p>
        </p:txBody>
      </p:sp>
    </p:spTree>
    <p:extLst>
      <p:ext uri="{BB962C8B-B14F-4D97-AF65-F5344CB8AC3E}">
        <p14:creationId xmlns:p14="http://schemas.microsoft.com/office/powerpoint/2010/main" val="2453227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43B9D15-10DA-4341-98ED-A4988E55B5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609"/>
          <a:stretch/>
        </p:blipFill>
        <p:spPr>
          <a:xfrm>
            <a:off x="0" y="123737"/>
            <a:ext cx="12192000" cy="661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19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F1218EF-75F2-471A-B8E7-29F24601A6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87"/>
          <a:stretch/>
        </p:blipFill>
        <p:spPr>
          <a:xfrm>
            <a:off x="0" y="157293"/>
            <a:ext cx="12192000" cy="654341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2BAC247-ED49-414E-A679-16DB8117491A}"/>
              </a:ext>
            </a:extLst>
          </p:cNvPr>
          <p:cNvSpPr txBox="1"/>
          <p:nvPr/>
        </p:nvSpPr>
        <p:spPr>
          <a:xfrm>
            <a:off x="184559" y="226502"/>
            <a:ext cx="1576072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MX" sz="3200" b="1" dirty="0">
                <a:solidFill>
                  <a:srgbClr val="0070C0"/>
                </a:solidFill>
                <a:latin typeface="Century" panose="02040604050505020304" pitchFamily="18" charset="0"/>
              </a:rPr>
              <a:t>Parte 4</a:t>
            </a:r>
          </a:p>
        </p:txBody>
      </p:sp>
    </p:spTree>
    <p:extLst>
      <p:ext uri="{BB962C8B-B14F-4D97-AF65-F5344CB8AC3E}">
        <p14:creationId xmlns:p14="http://schemas.microsoft.com/office/powerpoint/2010/main" val="1354198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B8B7ACC-9611-405F-ACFB-C8B2F948C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809"/>
            <a:ext cx="12192000" cy="658838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852816F-53F4-455C-90AD-81A0AC305759}"/>
              </a:ext>
            </a:extLst>
          </p:cNvPr>
          <p:cNvSpPr txBox="1"/>
          <p:nvPr/>
        </p:nvSpPr>
        <p:spPr>
          <a:xfrm>
            <a:off x="184559" y="226502"/>
            <a:ext cx="1576072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MX" sz="3200" b="1" dirty="0">
                <a:solidFill>
                  <a:srgbClr val="0070C0"/>
                </a:solidFill>
                <a:latin typeface="Century" panose="02040604050505020304" pitchFamily="18" charset="0"/>
              </a:rPr>
              <a:t>Parte 5</a:t>
            </a:r>
          </a:p>
        </p:txBody>
      </p:sp>
    </p:spTree>
    <p:extLst>
      <p:ext uri="{BB962C8B-B14F-4D97-AF65-F5344CB8AC3E}">
        <p14:creationId xmlns:p14="http://schemas.microsoft.com/office/powerpoint/2010/main" val="2520538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4BA2CDB-ECE1-401C-A715-47470F892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809"/>
            <a:ext cx="12192000" cy="658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3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6299D56-A6F4-42CD-A72D-AB4A70CC0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6003"/>
            <a:ext cx="12192000" cy="190599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2A5E1CA-52BC-41E7-BB45-3EC74AB08553}"/>
              </a:ext>
            </a:extLst>
          </p:cNvPr>
          <p:cNvSpPr txBox="1"/>
          <p:nvPr/>
        </p:nvSpPr>
        <p:spPr>
          <a:xfrm>
            <a:off x="184559" y="226502"/>
            <a:ext cx="1576072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MX" sz="3200" b="1" dirty="0">
                <a:solidFill>
                  <a:srgbClr val="0070C0"/>
                </a:solidFill>
                <a:latin typeface="Century" panose="02040604050505020304" pitchFamily="18" charset="0"/>
              </a:rPr>
              <a:t>Parte 6</a:t>
            </a:r>
          </a:p>
        </p:txBody>
      </p:sp>
    </p:spTree>
    <p:extLst>
      <p:ext uri="{BB962C8B-B14F-4D97-AF65-F5344CB8AC3E}">
        <p14:creationId xmlns:p14="http://schemas.microsoft.com/office/powerpoint/2010/main" val="12953085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12</Words>
  <Application>Microsoft Office PowerPoint</Application>
  <PresentationFormat>Panorámica</PresentationFormat>
  <Paragraphs>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Century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</dc:creator>
  <cp:lastModifiedBy>Heidi</cp:lastModifiedBy>
  <cp:revision>5</cp:revision>
  <dcterms:created xsi:type="dcterms:W3CDTF">2022-08-28T18:45:32Z</dcterms:created>
  <dcterms:modified xsi:type="dcterms:W3CDTF">2022-08-28T19:22:47Z</dcterms:modified>
</cp:coreProperties>
</file>