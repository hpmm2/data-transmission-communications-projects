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9204-3F29-4C3A-BA41-306340020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393CD-7262-4AC7-80E6-52FE6F3F3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0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430AE-0210-4E82-AD7B-41B112DE7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11A6662E-FAF4-44BC-88B5-85A7CBFB6D30}" type="datetime1">
              <a:rPr lang="en-US" smtClean="0"/>
              <a:pPr/>
              <a:t>9/25/2022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21974-7DEC-459D-9642-CB5B59C82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31837-C94E-4B5B-BCF0-110C69EDB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849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64CF5-F681-40C2-88CC-E02206C9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9/25/2022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04753-4FE4-4A6F-99BB-CFFC92E0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569D1-DB13-4BD9-8BA9-0DEAD98F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483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20B05-7BF6-4073-9106-FA19E972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EE8D7-6B58-4A3F-9DD5-E563D5192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2990E-9F0A-446A-B5B8-459CA8D9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7D9E-721A-44BB-8863-9873FE64DA75}" type="datetime1">
              <a:rPr lang="en-US" smtClean="0"/>
              <a:t>9/25/2022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68EAA-4377-45FF-9D7C-9E77BC9F2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7FA71-74C3-44B8-A0AC-E18A1E76B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530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71F12-2D88-4F76-AF46-BD5156C1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AA46-E3EB-4704-B019-F90F1E617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8695" y="1825625"/>
            <a:ext cx="556110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7480F-A530-4D05-9A22-E573FB4BA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56110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56FDA-C47A-4F4A-A364-BA60A25A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9/25/2022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6D8DD-6D84-44D4-8A1B-57615B3ED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8FE31-B577-4017-8AFE-A8BA0959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090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28C9-B8CC-413F-9FFA-626680E4A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125"/>
            <a:ext cx="1127461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3FE72-9D42-45F5-A37F-B12130388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256" y="1752600"/>
            <a:ext cx="5532319" cy="82391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3A31D-9B5F-4DE3-B18D-F7F77782E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5256" y="2666999"/>
            <a:ext cx="5532319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E1D2D-822C-466C-A7B9-1A2D97366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52600"/>
            <a:ext cx="5561106" cy="82391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F13B2C-44CA-49C4-BC84-02AF1638F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66999"/>
            <a:ext cx="5561106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3CB55-E9C1-4CE6-9B61-81B71475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9/25/2022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22318-747B-4EC9-862C-D9FD488C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BDDDF-16BD-438D-937D-0E3E30E7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943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92D5F-0BD4-4517-9233-E08AF405B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127461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3523B8-51E3-48B8-BFD8-CE95061980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8693" y="6416675"/>
            <a:ext cx="2921715" cy="365125"/>
          </a:xfrm>
        </p:spPr>
        <p:txBody>
          <a:bodyPr/>
          <a:lstStyle/>
          <a:p>
            <a:fld id="{3AB41CFF-90C9-47B3-9DA1-F2BF8D839F7E}" type="datetime1">
              <a:rPr lang="en-US" smtClean="0"/>
              <a:t>9/25/2022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739B90-5D50-4424-B51D-53C391621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F9286-3A00-4D3C-A3F0-50AC9045C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968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9/25/2022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582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81A1-6D8E-4DD6-8E49-DABDE6D1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3F18F-F78D-4A31-A6BC-6552105BC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2C2F4-BDF4-4A4F-AA3D-52692932C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3850F-5C87-4F08-9658-EAF049B60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9/25/2022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BCE9A-A746-4439-B5D3-966FBC8E5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D3B51-AA2E-4AA1-8062-A0D476D8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210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02CF7-F453-4B3E-9510-D7479798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E2A1B9-8A2A-4B49-8B79-76D3EEB36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9FEA03-0EC4-4085-AE63-4AA492D61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5AD5B-0DEA-4C6F-94D2-FAA99F2E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9/25/2022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C6744-7CBA-4A1D-8F87-10699F98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D9048-35FF-4BE9-8157-BE4BAA1C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130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ABDD2-E186-4F25-8FDE-D1E875E9C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8CC5B-A7E0-48B1-8329-6533AC76E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05B1B-77FE-4BFC-BF87-87DA989F0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9/25/2022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8531E-1B90-4631-BD37-4BB1DBFAB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A55E8-88DC-4280-8E04-FF50FF8E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669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0633D-90E4-4F5A-9EBF-DDEC2B0B4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D3065-FA3D-42C8-BFDA-967C87F4F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C126F-38E2-4425-861F-98ED43228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9/25/2022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645D8-F22A-4354-A8B3-96E8A2D2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E2295-A616-4D57-8800-7B7E213A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53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84D45-0ED3-4D03-8E44-5E355C913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425450"/>
            <a:ext cx="1127461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87D6E-D1E9-489C-9AA9-3575C39BA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8694" y="1949450"/>
            <a:ext cx="11274612" cy="419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64E9C-08EE-4B1B-B3FC-D6D997F4E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8694" y="64166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57E0CF6C-748E-4B7A-BC8B-3011EF78ED13}" type="datetime1">
              <a:rPr lang="en-US" smtClean="0"/>
              <a:pPr/>
              <a:t>9/25/2022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0A1F1-38FE-4C27-81E6-A43A54793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166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6B39A-FFD8-42EF-ADC7-7DB3B302F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90106" y="64166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‹Nº›</a:t>
            </a:fld>
            <a:endParaRPr lang="en-US" dirty="0"/>
          </a:p>
        </p:txBody>
      </p:sp>
      <p:pic>
        <p:nvPicPr>
          <p:cNvPr id="14" name="Picture 13" descr="A picture containing sitting&#10;&#10;Description automatically generated">
            <a:extLst>
              <a:ext uri="{FF2B5EF4-FFF2-40B4-BE49-F238E27FC236}">
                <a16:creationId xmlns:a16="http://schemas.microsoft.com/office/drawing/2014/main" id="{BC526B7A-4801-4FD1-95C8-03AF22629E87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293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C526B7A-4801-4FD1-95C8-03AF22629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7FDDF72-DE39-4F99-A3C1-DD9D7815D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4ECE80-3AD1-450C-B62A-98788F193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" name="Picture 1" descr="Concepto genético abstracto">
            <a:extLst>
              <a:ext uri="{FF2B5EF4-FFF2-40B4-BE49-F238E27FC236}">
                <a16:creationId xmlns:a16="http://schemas.microsoft.com/office/drawing/2014/main" id="{B0714B06-85F8-17D1-2AE9-7976FD5C4A3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 t="25619" b="18143"/>
          <a:stretch/>
        </p:blipFill>
        <p:spPr>
          <a:xfrm>
            <a:off x="20" y="10"/>
            <a:ext cx="12191980" cy="685661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77A604B-DCAC-2D68-BFB6-6C975D8851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028" y="1543613"/>
            <a:ext cx="5898391" cy="3154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208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C526B7A-4801-4FD1-95C8-03AF22629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7FDDF72-DE39-4F99-A3C1-DD9D7815D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4ECE80-3AD1-450C-B62A-98788F193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" name="Picture 1" descr="Concepto genético abstracto">
            <a:extLst>
              <a:ext uri="{FF2B5EF4-FFF2-40B4-BE49-F238E27FC236}">
                <a16:creationId xmlns:a16="http://schemas.microsoft.com/office/drawing/2014/main" id="{B0714B06-85F8-17D1-2AE9-7976FD5C4A3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 t="25619" b="18143"/>
          <a:stretch/>
        </p:blipFill>
        <p:spPr>
          <a:xfrm>
            <a:off x="20" y="10"/>
            <a:ext cx="12191980" cy="685661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6C4F757-B7C8-59C8-2912-259BA974EE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917" y="803682"/>
            <a:ext cx="10684166" cy="525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208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C526B7A-4801-4FD1-95C8-03AF22629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7FDDF72-DE39-4F99-A3C1-DD9D7815D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4ECE80-3AD1-450C-B62A-98788F193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" name="Picture 1" descr="Concepto genético abstracto">
            <a:extLst>
              <a:ext uri="{FF2B5EF4-FFF2-40B4-BE49-F238E27FC236}">
                <a16:creationId xmlns:a16="http://schemas.microsoft.com/office/drawing/2014/main" id="{B0714B06-85F8-17D1-2AE9-7976FD5C4A3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 t="25619" b="18143"/>
          <a:stretch/>
        </p:blipFill>
        <p:spPr>
          <a:xfrm>
            <a:off x="20" y="10"/>
            <a:ext cx="12191980" cy="685661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2D837C4-0B2E-E6FA-FBE6-EDFD5E8591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072" y="845596"/>
            <a:ext cx="10569856" cy="516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567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C526B7A-4801-4FD1-95C8-03AF22629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7FDDF72-DE39-4F99-A3C1-DD9D7815D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4ECE80-3AD1-450C-B62A-98788F193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" name="Picture 1" descr="Concepto genético abstracto">
            <a:extLst>
              <a:ext uri="{FF2B5EF4-FFF2-40B4-BE49-F238E27FC236}">
                <a16:creationId xmlns:a16="http://schemas.microsoft.com/office/drawing/2014/main" id="{B0714B06-85F8-17D1-2AE9-7976FD5C4A3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 t="25619" b="18143"/>
          <a:stretch/>
        </p:blipFill>
        <p:spPr>
          <a:xfrm>
            <a:off x="20" y="10"/>
            <a:ext cx="12191980" cy="685661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61DBD24-BB93-6F35-BFB3-BD9A450D7A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123" y="792251"/>
            <a:ext cx="10531753" cy="5273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166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C526B7A-4801-4FD1-95C8-03AF22629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7FDDF72-DE39-4F99-A3C1-DD9D7815D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4ECE80-3AD1-450C-B62A-98788F193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" name="Picture 1" descr="Concepto genético abstracto">
            <a:extLst>
              <a:ext uri="{FF2B5EF4-FFF2-40B4-BE49-F238E27FC236}">
                <a16:creationId xmlns:a16="http://schemas.microsoft.com/office/drawing/2014/main" id="{B0714B06-85F8-17D1-2AE9-7976FD5C4A3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 t="25619" b="18143"/>
          <a:stretch/>
        </p:blipFill>
        <p:spPr>
          <a:xfrm>
            <a:off x="20" y="10"/>
            <a:ext cx="12191980" cy="685661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6B70A62-9040-EA0B-7814-E6EB3C938D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106" y="750338"/>
            <a:ext cx="10691787" cy="5357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990715"/>
      </p:ext>
    </p:extLst>
  </p:cSld>
  <p:clrMapOvr>
    <a:masterClrMapping/>
  </p:clrMapOvr>
</p:sld>
</file>

<file path=ppt/theme/theme1.xml><?xml version="1.0" encoding="utf-8"?>
<a:theme xmlns:a="http://schemas.openxmlformats.org/drawingml/2006/main" name="DappledVTI">
  <a:themeElements>
    <a:clrScheme name="AnalogousFromLightSeedLeftStep">
      <a:dk1>
        <a:srgbClr val="000000"/>
      </a:dk1>
      <a:lt1>
        <a:srgbClr val="FFFFFF"/>
      </a:lt1>
      <a:dk2>
        <a:srgbClr val="24393F"/>
      </a:dk2>
      <a:lt2>
        <a:srgbClr val="E8E8E2"/>
      </a:lt2>
      <a:accent1>
        <a:srgbClr val="8885D7"/>
      </a:accent1>
      <a:accent2>
        <a:srgbClr val="6A90CE"/>
      </a:accent2>
      <a:accent3>
        <a:srgbClr val="5AAEC3"/>
      </a:accent3>
      <a:accent4>
        <a:srgbClr val="5DB4A2"/>
      </a:accent4>
      <a:accent5>
        <a:srgbClr val="68B484"/>
      </a:accent5>
      <a:accent6>
        <a:srgbClr val="62B65E"/>
      </a:accent6>
      <a:hlink>
        <a:srgbClr val="848651"/>
      </a:hlink>
      <a:folHlink>
        <a:srgbClr val="7F7F7F"/>
      </a:folHlink>
    </a:clrScheme>
    <a:fontScheme name="Custom 67">
      <a:majorFont>
        <a:latin typeface="Sabon Next L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ppledVTI" id="{204FEFAB-F02B-4FE8-B509-C50A618B972D}" vid="{7EAEADA8-5A8E-45B2-B0E4-448EC7E7A94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0</Words>
  <Application>Microsoft Office PowerPoint</Application>
  <PresentationFormat>Panorámica</PresentationFormat>
  <Paragraphs>0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Arial</vt:lpstr>
      <vt:lpstr>Avenir Next LT Pro</vt:lpstr>
      <vt:lpstr>AvenirNext LT Pro Medium</vt:lpstr>
      <vt:lpstr>Sabon Next LT</vt:lpstr>
      <vt:lpstr>DappledVTI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HEIDI PAMELA MARTINEZ MARTINEZ</dc:creator>
  <cp:lastModifiedBy>HEIDI PAMELA MARTINEZ MARTINEZ</cp:lastModifiedBy>
  <cp:revision>1</cp:revision>
  <dcterms:created xsi:type="dcterms:W3CDTF">2022-09-26T03:45:08Z</dcterms:created>
  <dcterms:modified xsi:type="dcterms:W3CDTF">2022-09-26T04:01:21Z</dcterms:modified>
</cp:coreProperties>
</file>