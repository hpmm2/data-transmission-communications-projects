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92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9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7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9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12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6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62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72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84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80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766A6-3C10-4AB8-86A1-BB1F0CDA7EFE}" type="datetimeFigureOut">
              <a:rPr lang="en-US" smtClean="0"/>
              <a:pPr/>
              <a:t>9/25/2022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12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68" r:id="rId6"/>
    <p:sldLayoutId id="2147483764" r:id="rId7"/>
    <p:sldLayoutId id="2147483765" r:id="rId8"/>
    <p:sldLayoutId id="2147483766" r:id="rId9"/>
    <p:sldLayoutId id="2147483767" r:id="rId10"/>
    <p:sldLayoutId id="214748376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kern="120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5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stallido abstracto de azul y rosa">
            <a:extLst>
              <a:ext uri="{FF2B5EF4-FFF2-40B4-BE49-F238E27FC236}">
                <a16:creationId xmlns:a16="http://schemas.microsoft.com/office/drawing/2014/main" id="{CFBFD85E-F0CD-F7E1-67B2-D6F0B2AD7C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376965C-7ABD-58DC-815C-0A5A413D7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18" y="679058"/>
            <a:ext cx="5646982" cy="523539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A1D38BF-11E2-D8C5-C75D-9754EA521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305" y="679058"/>
            <a:ext cx="5296359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87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5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stallido abstracto de azul y rosa">
            <a:extLst>
              <a:ext uri="{FF2B5EF4-FFF2-40B4-BE49-F238E27FC236}">
                <a16:creationId xmlns:a16="http://schemas.microsoft.com/office/drawing/2014/main" id="{CFBFD85E-F0CD-F7E1-67B2-D6F0B2AD7C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889CAE6-413E-30A0-F08C-9FC51A38C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428" y="975147"/>
            <a:ext cx="8397968" cy="490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69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5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stallido abstracto de azul y rosa">
            <a:extLst>
              <a:ext uri="{FF2B5EF4-FFF2-40B4-BE49-F238E27FC236}">
                <a16:creationId xmlns:a16="http://schemas.microsoft.com/office/drawing/2014/main" id="{CFBFD85E-F0CD-F7E1-67B2-D6F0B2AD7C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4F5E269-A673-E73A-8008-68C0A620F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499" y="1024681"/>
            <a:ext cx="8337002" cy="48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01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5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stallido abstracto de azul y rosa">
            <a:extLst>
              <a:ext uri="{FF2B5EF4-FFF2-40B4-BE49-F238E27FC236}">
                <a16:creationId xmlns:a16="http://schemas.microsoft.com/office/drawing/2014/main" id="{CFBFD85E-F0CD-F7E1-67B2-D6F0B2AD7C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AAB6EB8-6770-0DC4-A5DC-A46D6DDF0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94" y="720098"/>
            <a:ext cx="5311600" cy="521253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7DB65B2-B674-B37D-27B4-04A07E540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902" y="720098"/>
            <a:ext cx="5273497" cy="52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00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5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stallido abstracto de azul y rosa">
            <a:extLst>
              <a:ext uri="{FF2B5EF4-FFF2-40B4-BE49-F238E27FC236}">
                <a16:creationId xmlns:a16="http://schemas.microsoft.com/office/drawing/2014/main" id="{CFBFD85E-F0CD-F7E1-67B2-D6F0B2AD7C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66F6278-DCD4-71B5-D772-537F02F6E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30" y="761230"/>
            <a:ext cx="5319221" cy="520491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B54591F-CAF1-875C-46EB-9FBCC6917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745989"/>
            <a:ext cx="5288738" cy="52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65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5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stallido abstracto de azul y rosa">
            <a:extLst>
              <a:ext uri="{FF2B5EF4-FFF2-40B4-BE49-F238E27FC236}">
                <a16:creationId xmlns:a16="http://schemas.microsoft.com/office/drawing/2014/main" id="{CFBFD85E-F0CD-F7E1-67B2-D6F0B2AD7C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575C49E-794B-49FD-1D7B-E10C93A24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51" y="841786"/>
            <a:ext cx="5281118" cy="51744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3788A23-9122-537B-3364-3DA6558DF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818924"/>
            <a:ext cx="5273497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43616"/>
      </p:ext>
    </p:extLst>
  </p:cSld>
  <p:clrMapOvr>
    <a:masterClrMapping/>
  </p:clrMapOvr>
</p:sld>
</file>

<file path=ppt/theme/theme1.xml><?xml version="1.0" encoding="utf-8"?>
<a:theme xmlns:a="http://schemas.openxmlformats.org/drawingml/2006/main" name="FadeVTI">
  <a:themeElements>
    <a:clrScheme name="gradient">
      <a:dk1>
        <a:sysClr val="windowText" lastClr="000000"/>
      </a:dk1>
      <a:lt1>
        <a:sysClr val="window" lastClr="FFFFFF"/>
      </a:lt1>
      <a:dk2>
        <a:srgbClr val="203040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DA2A69"/>
      </a:accent6>
      <a:hlink>
        <a:srgbClr val="3E8FF1"/>
      </a:hlink>
      <a:folHlink>
        <a:srgbClr val="939393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Aharoni</vt:lpstr>
      <vt:lpstr>Arial</vt:lpstr>
      <vt:lpstr>Avenir Next LT Pro</vt:lpstr>
      <vt:lpstr>FadeVTI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1</cp:revision>
  <dcterms:created xsi:type="dcterms:W3CDTF">2022-09-26T02:55:49Z</dcterms:created>
  <dcterms:modified xsi:type="dcterms:W3CDTF">2022-09-26T04:36:30Z</dcterms:modified>
</cp:coreProperties>
</file>