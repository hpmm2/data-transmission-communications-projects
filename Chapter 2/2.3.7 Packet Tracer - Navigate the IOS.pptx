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5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6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0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7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5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4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8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7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0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5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D23EF01-5C9E-4B1E-85FE-E230C5BC9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Tinta y acuarela líquida">
            <a:extLst>
              <a:ext uri="{FF2B5EF4-FFF2-40B4-BE49-F238E27FC236}">
                <a16:creationId xmlns:a16="http://schemas.microsoft.com/office/drawing/2014/main" id="{04BC268B-4BE2-BF47-837F-55BC63D0F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7" b="667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D94027-0273-4AF2-87C2-49EB6D65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478" y="0"/>
            <a:ext cx="10222521" cy="59787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870472-9E8A-42D0-BDA3-B312F4C72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627833"/>
            <a:ext cx="2512088" cy="52301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FDDA27-9BF1-44E7-8DD4-975622B9B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0"/>
            <a:ext cx="803867" cy="558688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280D8D-93BB-4BD4-86DA-25993A4B5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01284" y="5938576"/>
            <a:ext cx="5690716" cy="9194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9FEC981-EB48-4A49-88DF-0A6DB2EC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209125" y="1392865"/>
            <a:ext cx="1982876" cy="546513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BFF75F-844B-447A-A83D-D0B0D851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093759" y="2"/>
            <a:ext cx="3098240" cy="342899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DFAFF00B-1B16-803F-D83E-9140157C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71" y="802192"/>
            <a:ext cx="5311600" cy="520491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EDD460-B186-451A-7107-068722B59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142" y="787008"/>
            <a:ext cx="522777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52690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RegularSeedRightStep">
      <a:dk1>
        <a:srgbClr val="000000"/>
      </a:dk1>
      <a:lt1>
        <a:srgbClr val="FFFFFF"/>
      </a:lt1>
      <a:dk2>
        <a:srgbClr val="2E1B30"/>
      </a:dk2>
      <a:lt2>
        <a:srgbClr val="F3F0F0"/>
      </a:lt2>
      <a:accent1>
        <a:srgbClr val="45AFAD"/>
      </a:accent1>
      <a:accent2>
        <a:srgbClr val="3B82B1"/>
      </a:accent2>
      <a:accent3>
        <a:srgbClr val="4D63C3"/>
      </a:accent3>
      <a:accent4>
        <a:srgbClr val="593EB3"/>
      </a:accent4>
      <a:accent5>
        <a:srgbClr val="994DC3"/>
      </a:accent5>
      <a:accent6>
        <a:srgbClr val="B13BAA"/>
      </a:accent6>
      <a:hlink>
        <a:srgbClr val="BF3F42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TM03090434[[fn=Letras en madera]]</Template>
  <TotalTime>24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Univers Condensed Light</vt:lpstr>
      <vt:lpstr>Walbaum Display Light</vt:lpstr>
      <vt:lpstr>AngleLinesVTI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2</cp:revision>
  <dcterms:created xsi:type="dcterms:W3CDTF">2022-09-20T00:45:31Z</dcterms:created>
  <dcterms:modified xsi:type="dcterms:W3CDTF">2022-09-20T01:10:02Z</dcterms:modified>
</cp:coreProperties>
</file>