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65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80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90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39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89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79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7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24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0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55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8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8060A21A-1A21-9EDC-A403-F708954177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5613" b="18137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Graphic 10">
            <a:extLst>
              <a:ext uri="{FF2B5EF4-FFF2-40B4-BE49-F238E27FC236}">
                <a16:creationId xmlns:a16="http://schemas.microsoft.com/office/drawing/2014/main" id="{DA506264-FB1C-44D1-BC70-B754FFF99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3874" y="71460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E52F3FF4-54D2-42D9-98EC-88F86EA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4538855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7EBEEA28-1C39-47B7-B2A1-4176C07E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7611" y="55610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6CC2C7-F39C-7532-817F-53E71FF14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3" y="830355"/>
            <a:ext cx="5273497" cy="51972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D1BBE0B-BC9D-FFB6-5C99-038BEE71D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233" y="830355"/>
            <a:ext cx="5273497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7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Concepto genético abstracto">
            <a:extLst>
              <a:ext uri="{FF2B5EF4-FFF2-40B4-BE49-F238E27FC236}">
                <a16:creationId xmlns:a16="http://schemas.microsoft.com/office/drawing/2014/main" id="{8060A21A-1A21-9EDC-A403-F708954177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25613" b="18137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Graphic 10">
            <a:extLst>
              <a:ext uri="{FF2B5EF4-FFF2-40B4-BE49-F238E27FC236}">
                <a16:creationId xmlns:a16="http://schemas.microsoft.com/office/drawing/2014/main" id="{DA506264-FB1C-44D1-BC70-B754FFF99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3874" y="71460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E52F3FF4-54D2-42D9-98EC-88F86EA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4538855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7EBEEA28-1C39-47B7-B2A1-4176C07E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7611" y="55610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951AA6-543B-293A-8DE1-DEF444800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21" y="906561"/>
            <a:ext cx="5258256" cy="51210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54BDB3-2298-2095-173C-CF0705230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377" y="868458"/>
            <a:ext cx="5273497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0571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Gill Sans Nova</vt:lpstr>
      <vt:lpstr>GradientVTI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2022-09-20T05:01:39Z</dcterms:created>
  <dcterms:modified xsi:type="dcterms:W3CDTF">2022-09-20T05:25:04Z</dcterms:modified>
</cp:coreProperties>
</file>