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99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2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43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39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3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27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1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2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4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84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9/19/2022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9/19/2022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98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6" r:id="rId5"/>
    <p:sldLayoutId id="2147483681" r:id="rId6"/>
    <p:sldLayoutId id="2147483677" r:id="rId7"/>
    <p:sldLayoutId id="2147483678" r:id="rId8"/>
    <p:sldLayoutId id="2147483679" r:id="rId9"/>
    <p:sldLayoutId id="2147483680" r:id="rId10"/>
    <p:sldLayoutId id="214748368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A568B4-06BE-42A6-A5B6-A0FC251D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C85BFE-0D03-41B5-87E4-5FA667FA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1" descr="Colores pastel en diseño de superficie de degradado">
            <a:extLst>
              <a:ext uri="{FF2B5EF4-FFF2-40B4-BE49-F238E27FC236}">
                <a16:creationId xmlns:a16="http://schemas.microsoft.com/office/drawing/2014/main" id="{A99EE1B4-1DD7-436A-3CF5-7807E59B4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5" b="9896"/>
          <a:stretch/>
        </p:blipFill>
        <p:spPr>
          <a:xfrm>
            <a:off x="20" y="10"/>
            <a:ext cx="12191980" cy="685798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327FE7F2-9973-768B-2810-9DA0E57EE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89855"/>
            <a:ext cx="5235394" cy="515918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EC49D8C-CF6D-BA2E-4E64-052851606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204" y="491331"/>
            <a:ext cx="5490467" cy="515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850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A568B4-06BE-42A6-A5B6-A0FC251D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C85BFE-0D03-41B5-87E4-5FA667FA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1" descr="Colores pastel en diseño de superficie de degradado">
            <a:extLst>
              <a:ext uri="{FF2B5EF4-FFF2-40B4-BE49-F238E27FC236}">
                <a16:creationId xmlns:a16="http://schemas.microsoft.com/office/drawing/2014/main" id="{A99EE1B4-1DD7-436A-3CF5-7807E59B4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5" b="9896"/>
          <a:stretch/>
        </p:blipFill>
        <p:spPr>
          <a:xfrm>
            <a:off x="20" y="10"/>
            <a:ext cx="12191980" cy="685798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3CFF9F7C-462C-93D4-5C24-D7BEA2FA4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489855"/>
            <a:ext cx="5273497" cy="516680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5CF5DC5-533B-2265-0A99-562C6C09A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677" y="489855"/>
            <a:ext cx="5296359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0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A568B4-06BE-42A6-A5B6-A0FC251D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C85BFE-0D03-41B5-87E4-5FA667FA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1" descr="Colores pastel en diseño de superficie de degradado">
            <a:extLst>
              <a:ext uri="{FF2B5EF4-FFF2-40B4-BE49-F238E27FC236}">
                <a16:creationId xmlns:a16="http://schemas.microsoft.com/office/drawing/2014/main" id="{A99EE1B4-1DD7-436A-3CF5-7807E59B4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5" b="9896"/>
          <a:stretch/>
        </p:blipFill>
        <p:spPr>
          <a:xfrm>
            <a:off x="20" y="10"/>
            <a:ext cx="12191980" cy="685798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118F25A-2ACA-F6D1-B4DA-0C49AC28B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15" y="520333"/>
            <a:ext cx="5265876" cy="516680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7021D10-DBB0-B7C4-F617-91787F6E9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110" y="489851"/>
            <a:ext cx="5265876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31172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LightSeedLeftStep">
      <a:dk1>
        <a:srgbClr val="000000"/>
      </a:dk1>
      <a:lt1>
        <a:srgbClr val="FFFFFF"/>
      </a:lt1>
      <a:dk2>
        <a:srgbClr val="41242B"/>
      </a:dk2>
      <a:lt2>
        <a:srgbClr val="E2E7E8"/>
      </a:lt2>
      <a:accent1>
        <a:srgbClr val="DF8E7E"/>
      </a:accent1>
      <a:accent2>
        <a:srgbClr val="D8617E"/>
      </a:accent2>
      <a:accent3>
        <a:srgbClr val="DF7EBE"/>
      </a:accent3>
      <a:accent4>
        <a:srgbClr val="CE61D8"/>
      </a:accent4>
      <a:accent5>
        <a:srgbClr val="AF7EDF"/>
      </a:accent5>
      <a:accent6>
        <a:srgbClr val="6B61D8"/>
      </a:accent6>
      <a:hlink>
        <a:srgbClr val="5A8B95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Seaford</vt:lpstr>
      <vt:lpstr>LevelVTI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2022-09-20T04:06:33Z</dcterms:created>
  <dcterms:modified xsi:type="dcterms:W3CDTF">2022-09-20T04:50:17Z</dcterms:modified>
</cp:coreProperties>
</file>