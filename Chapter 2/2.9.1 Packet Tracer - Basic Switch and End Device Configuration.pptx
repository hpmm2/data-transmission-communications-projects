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9/20/2022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5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84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8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7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0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5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6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0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5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7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1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2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A05BA89-ECA6-2247-ABBB-3C6716020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" descr="Fondo vectorial de salpicaduras de colores brillantes">
            <a:extLst>
              <a:ext uri="{FF2B5EF4-FFF2-40B4-BE49-F238E27FC236}">
                <a16:creationId xmlns:a16="http://schemas.microsoft.com/office/drawing/2014/main" id="{0AA8DC6F-0E0B-8A70-FA41-AB3358749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259" r="-1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599639-2AC3-E691-169A-9819DAFC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20" y="830351"/>
            <a:ext cx="5311600" cy="51972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70818A5-0C40-0EFC-AD84-049B89B44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386" y="830351"/>
            <a:ext cx="5273497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7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A05BA89-ECA6-2247-ABBB-3C6716020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" descr="Fondo vectorial de salpicaduras de colores brillantes">
            <a:extLst>
              <a:ext uri="{FF2B5EF4-FFF2-40B4-BE49-F238E27FC236}">
                <a16:creationId xmlns:a16="http://schemas.microsoft.com/office/drawing/2014/main" id="{0AA8DC6F-0E0B-8A70-FA41-AB3358749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259" r="-1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4FFC0CE-CC52-10D6-E3C9-768947BD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58" y="849402"/>
            <a:ext cx="5281118" cy="51591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B1DD07-8CC7-E86F-743B-E83DB6E25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814" y="849402"/>
            <a:ext cx="5273497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77502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AnalogousFromRegularSeedRightStep">
      <a:dk1>
        <a:srgbClr val="000000"/>
      </a:dk1>
      <a:lt1>
        <a:srgbClr val="FFFFFF"/>
      </a:lt1>
      <a:dk2>
        <a:srgbClr val="1C2732"/>
      </a:dk2>
      <a:lt2>
        <a:srgbClr val="F3F0F1"/>
      </a:lt2>
      <a:accent1>
        <a:srgbClr val="21B782"/>
      </a:accent1>
      <a:accent2>
        <a:srgbClr val="14B1BC"/>
      </a:accent2>
      <a:accent3>
        <a:srgbClr val="298CE7"/>
      </a:accent3>
      <a:accent4>
        <a:srgbClr val="2E40D9"/>
      </a:accent4>
      <a:accent5>
        <a:srgbClr val="6529E7"/>
      </a:accent5>
      <a:accent6>
        <a:srgbClr val="A217D5"/>
      </a:accent6>
      <a:hlink>
        <a:srgbClr val="BF3F6C"/>
      </a:hlink>
      <a:folHlink>
        <a:srgbClr val="7F7F7F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InterweaveVTI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2022-09-20T21:31:03Z</dcterms:created>
  <dcterms:modified xsi:type="dcterms:W3CDTF">2022-09-20T21:48:21Z</dcterms:modified>
</cp:coreProperties>
</file>